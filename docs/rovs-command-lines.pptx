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1"/>
  </p:sldMasterIdLst>
  <p:notesMasterIdLst>
    <p:notesMasterId r:id="rId3"/>
  </p:notesMasterIdLst>
  <p:sldIdLst>
    <p:sldId id="2323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36" userDrawn="1">
          <p15:clr>
            <a:srgbClr val="A4A3A4"/>
          </p15:clr>
        </p15:guide>
        <p15:guide id="4" orient="horz" pos="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E43"/>
    <a:srgbClr val="001DC6"/>
    <a:srgbClr val="990000"/>
    <a:srgbClr val="DBDCDC"/>
    <a:srgbClr val="D07664"/>
    <a:srgbClr val="68A24B"/>
    <a:srgbClr val="99496F"/>
    <a:srgbClr val="3C77D8"/>
    <a:srgbClr val="F4F7FC"/>
    <a:srgbClr val="418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8"/>
    <p:restoredTop sz="96301" autoAdjust="0"/>
  </p:normalViewPr>
  <p:slideViewPr>
    <p:cSldViewPr snapToGrid="0" snapToObjects="1" showGuides="1">
      <p:cViewPr varScale="1">
        <p:scale>
          <a:sx n="118" d="100"/>
          <a:sy n="118" d="100"/>
        </p:scale>
        <p:origin x="208" y="288"/>
      </p:cViewPr>
      <p:guideLst>
        <p:guide orient="horz" pos="2160"/>
        <p:guide pos="3840"/>
        <p:guide pos="336"/>
        <p:guide orient="horz" pos="624"/>
      </p:guideLst>
    </p:cSldViewPr>
  </p:slideViewPr>
  <p:outlineViewPr>
    <p:cViewPr>
      <p:scale>
        <a:sx n="33" d="100"/>
        <a:sy n="33" d="100"/>
      </p:scale>
      <p:origin x="0" y="-624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4193398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96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lide 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254001" y="254001"/>
            <a:ext cx="11653983" cy="535709"/>
          </a:xfrm>
          <a:prstGeom prst="rect">
            <a:avLst/>
          </a:prstGeom>
        </p:spPr>
        <p:txBody>
          <a:bodyPr lIns="45718" tIns="45718" rIns="45718" bIns="45718"/>
          <a:lstStyle>
            <a:lvl1pPr defTabSz="776521">
              <a:lnSpc>
                <a:spcPct val="90000"/>
              </a:lnSpc>
              <a:defRPr sz="2997" b="1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29353"/>
            <a:ext cx="2743200" cy="1827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29353"/>
            <a:ext cx="8534400" cy="1827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de-DE" dirty="0"/>
              <a:t>IBM Cloud / © 2021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842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Light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4"/>
          <p:cNvSpPr/>
          <p:nvPr/>
        </p:nvSpPr>
        <p:spPr>
          <a:xfrm>
            <a:off x="7658783" y="1"/>
            <a:ext cx="2986479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17" name="Rectangle 13"/>
          <p:cNvSpPr/>
          <p:nvPr/>
        </p:nvSpPr>
        <p:spPr>
          <a:xfrm>
            <a:off x="2" y="0"/>
            <a:ext cx="7658783" cy="685800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18" name="Rectangle 16"/>
          <p:cNvSpPr/>
          <p:nvPr/>
        </p:nvSpPr>
        <p:spPr>
          <a:xfrm>
            <a:off x="10639246" y="-11562"/>
            <a:ext cx="1552756" cy="6881125"/>
          </a:xfrm>
          <a:prstGeom prst="rect">
            <a:avLst/>
          </a:prstGeom>
          <a:solidFill>
            <a:schemeClr val="accent1">
              <a:lumOff val="7450"/>
            </a:schemeClr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pic>
        <p:nvPicPr>
          <p:cNvPr id="20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ubtitle 2"/>
          <p:cNvSpPr txBox="1"/>
          <p:nvPr/>
        </p:nvSpPr>
        <p:spPr>
          <a:xfrm>
            <a:off x="127000" y="6491337"/>
            <a:ext cx="1432509" cy="28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676" tIns="45676" rIns="45676" bIns="45676">
            <a:spAutoFit/>
          </a:bodyPr>
          <a:lstStyle/>
          <a:p>
            <a:pPr>
              <a:lnSpc>
                <a:spcPct val="90000"/>
              </a:lnSpc>
              <a:defRPr sz="1400">
                <a:solidFill>
                  <a:schemeClr val="accent4"/>
                </a:solidFill>
                <a:latin typeface="+mn-lt"/>
                <a:ea typeface="+mn-ea"/>
                <a:cs typeface="+mn-cs"/>
                <a:sym typeface="Arial"/>
              </a:defRPr>
            </a:pPr>
            <a:r>
              <a:rPr sz="1399"/>
              <a:t>IBM </a:t>
            </a:r>
            <a:r>
              <a:rPr sz="1399" b="1"/>
              <a:t>Cloud</a:t>
            </a:r>
          </a:p>
        </p:txBody>
      </p:sp>
      <p:sp>
        <p:nvSpPr>
          <p:cNvPr id="23" name="Subtitle 2"/>
          <p:cNvSpPr txBox="1">
            <a:spLocks noGrp="1"/>
          </p:cNvSpPr>
          <p:nvPr>
            <p:ph type="body" sz="quarter" idx="13"/>
          </p:nvPr>
        </p:nvSpPr>
        <p:spPr>
          <a:xfrm>
            <a:off x="254001" y="2869321"/>
            <a:ext cx="7404780" cy="609885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3597">
                <a:solidFill>
                  <a:srgbClr val="DBD6D6"/>
                </a:solidFill>
              </a:defRPr>
            </a:lvl1pPr>
          </a:lstStyle>
          <a:p>
            <a:r>
              <a:t>Sub-title</a:t>
            </a:r>
          </a:p>
        </p:txBody>
      </p:sp>
      <p:sp>
        <p:nvSpPr>
          <p:cNvPr id="24" name="Subtitle 2"/>
          <p:cNvSpPr txBox="1">
            <a:spLocks noGrp="1"/>
          </p:cNvSpPr>
          <p:nvPr>
            <p:ph type="body" sz="quarter" idx="14"/>
          </p:nvPr>
        </p:nvSpPr>
        <p:spPr>
          <a:xfrm>
            <a:off x="254001" y="4057355"/>
            <a:ext cx="7404780" cy="350659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1798">
                <a:solidFill>
                  <a:srgbClr val="FFFFFF"/>
                </a:solidFill>
              </a:defRPr>
            </a:lvl1pPr>
          </a:lstStyle>
          <a:p>
            <a:r>
              <a:t>Presenter Name(s)</a:t>
            </a:r>
          </a:p>
        </p:txBody>
      </p:sp>
      <p:sp>
        <p:nvSpPr>
          <p:cNvPr id="25" name="Subtitle 2"/>
          <p:cNvSpPr txBox="1">
            <a:spLocks noGrp="1"/>
          </p:cNvSpPr>
          <p:nvPr>
            <p:ph type="body" sz="quarter" idx="15"/>
          </p:nvPr>
        </p:nvSpPr>
        <p:spPr>
          <a:xfrm>
            <a:off x="254000" y="4408016"/>
            <a:ext cx="5588000" cy="350663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1798">
                <a:solidFill>
                  <a:srgbClr val="FFFFFF"/>
                </a:solidFill>
              </a:defRPr>
            </a:lvl1pPr>
          </a:lstStyle>
          <a:p>
            <a:r>
              <a:rPr dirty="0"/>
              <a:t>Date</a:t>
            </a:r>
          </a:p>
        </p:txBody>
      </p:sp>
      <p:sp>
        <p:nvSpPr>
          <p:cNvPr id="26" name="Subtitle 2"/>
          <p:cNvSpPr txBox="1">
            <a:spLocks noGrp="1"/>
          </p:cNvSpPr>
          <p:nvPr>
            <p:ph type="body" sz="quarter" idx="16"/>
          </p:nvPr>
        </p:nvSpPr>
        <p:spPr>
          <a:xfrm>
            <a:off x="254000" y="2099323"/>
            <a:ext cx="7404781" cy="769999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4796" b="1">
                <a:solidFill>
                  <a:schemeClr val="accent4"/>
                </a:solidFill>
              </a:defRPr>
            </a:lvl1pPr>
          </a:lstStyle>
          <a:p>
            <a: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0700124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ar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4"/>
          <p:cNvSpPr/>
          <p:nvPr/>
        </p:nvSpPr>
        <p:spPr>
          <a:xfrm>
            <a:off x="7658783" y="1"/>
            <a:ext cx="2986479" cy="685800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35" name="Rectangle 13"/>
          <p:cNvSpPr/>
          <p:nvPr/>
        </p:nvSpPr>
        <p:spPr>
          <a:xfrm>
            <a:off x="2" y="0"/>
            <a:ext cx="7658783" cy="685800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36" name="Rectangle 16"/>
          <p:cNvSpPr/>
          <p:nvPr/>
        </p:nvSpPr>
        <p:spPr>
          <a:xfrm>
            <a:off x="10639246" y="-11562"/>
            <a:ext cx="1552756" cy="6881125"/>
          </a:xfrm>
          <a:prstGeom prst="rect">
            <a:avLst/>
          </a:prstGeom>
          <a:solidFill>
            <a:srgbClr val="E4E1E1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pic>
        <p:nvPicPr>
          <p:cNvPr id="38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ubtitle 2"/>
          <p:cNvSpPr txBox="1">
            <a:spLocks noGrp="1"/>
          </p:cNvSpPr>
          <p:nvPr>
            <p:ph type="body" sz="quarter" idx="13"/>
          </p:nvPr>
        </p:nvSpPr>
        <p:spPr>
          <a:xfrm>
            <a:off x="254001" y="2869321"/>
            <a:ext cx="7404780" cy="609885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3597">
                <a:solidFill>
                  <a:srgbClr val="DBD6D6"/>
                </a:solidFill>
              </a:defRPr>
            </a:lvl1pPr>
          </a:lstStyle>
          <a:p>
            <a:r>
              <a:t>Sub-title</a:t>
            </a:r>
          </a:p>
        </p:txBody>
      </p:sp>
      <p:sp>
        <p:nvSpPr>
          <p:cNvPr id="42" name="Subtitle 2"/>
          <p:cNvSpPr txBox="1">
            <a:spLocks noGrp="1"/>
          </p:cNvSpPr>
          <p:nvPr>
            <p:ph type="body" sz="quarter" idx="14"/>
          </p:nvPr>
        </p:nvSpPr>
        <p:spPr>
          <a:xfrm>
            <a:off x="254001" y="4057357"/>
            <a:ext cx="7404780" cy="339098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1798">
                <a:solidFill>
                  <a:srgbClr val="FFFFFF"/>
                </a:solidFill>
              </a:defRPr>
            </a:lvl1pPr>
          </a:lstStyle>
          <a:p>
            <a:r>
              <a:t>Presenter Name(s)</a:t>
            </a:r>
          </a:p>
        </p:txBody>
      </p:sp>
      <p:sp>
        <p:nvSpPr>
          <p:cNvPr id="43" name="Subtitle 2"/>
          <p:cNvSpPr txBox="1">
            <a:spLocks noGrp="1"/>
          </p:cNvSpPr>
          <p:nvPr>
            <p:ph type="body" sz="quarter" idx="15"/>
          </p:nvPr>
        </p:nvSpPr>
        <p:spPr>
          <a:xfrm>
            <a:off x="254000" y="4408016"/>
            <a:ext cx="5588000" cy="350663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1798">
                <a:solidFill>
                  <a:srgbClr val="FFFFFF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44" name="Subtitle 2"/>
          <p:cNvSpPr txBox="1">
            <a:spLocks noGrp="1"/>
          </p:cNvSpPr>
          <p:nvPr>
            <p:ph type="body" sz="quarter" idx="16"/>
          </p:nvPr>
        </p:nvSpPr>
        <p:spPr>
          <a:xfrm>
            <a:off x="254000" y="2099323"/>
            <a:ext cx="7404781" cy="769999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4796" b="1"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7635683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Light Agenda">
    <p:bg>
      <p:bgPr>
        <a:solidFill>
          <a:schemeClr val="accent2">
            <a:lumOff val="558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 Placeholder 2"/>
          <p:cNvSpPr txBox="1">
            <a:spLocks noGrp="1"/>
          </p:cNvSpPr>
          <p:nvPr>
            <p:ph type="body" sz="quarter" idx="13"/>
          </p:nvPr>
        </p:nvSpPr>
        <p:spPr>
          <a:xfrm>
            <a:off x="5546114" y="1269729"/>
            <a:ext cx="3036777" cy="479559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57" name="Text Placeholder 3"/>
          <p:cNvSpPr txBox="1">
            <a:spLocks noGrp="1"/>
          </p:cNvSpPr>
          <p:nvPr>
            <p:ph type="body" sz="quarter" idx="14"/>
          </p:nvPr>
        </p:nvSpPr>
        <p:spPr>
          <a:xfrm>
            <a:off x="9197741" y="700486"/>
            <a:ext cx="75675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58" name="Text Placeholder 4"/>
          <p:cNvSpPr txBox="1">
            <a:spLocks noGrp="1"/>
          </p:cNvSpPr>
          <p:nvPr>
            <p:ph type="body" sz="quarter" idx="15"/>
          </p:nvPr>
        </p:nvSpPr>
        <p:spPr>
          <a:xfrm>
            <a:off x="9197740" y="1269729"/>
            <a:ext cx="2867261" cy="479559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59" name="Text Placeholder 5"/>
          <p:cNvSpPr txBox="1">
            <a:spLocks noGrp="1"/>
          </p:cNvSpPr>
          <p:nvPr>
            <p:ph type="body" sz="quarter" idx="16"/>
          </p:nvPr>
        </p:nvSpPr>
        <p:spPr>
          <a:xfrm>
            <a:off x="5546114" y="1984187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60" name="Text Placeholder 6"/>
          <p:cNvSpPr txBox="1">
            <a:spLocks noGrp="1"/>
          </p:cNvSpPr>
          <p:nvPr>
            <p:ph type="body" sz="quarter" idx="17"/>
          </p:nvPr>
        </p:nvSpPr>
        <p:spPr>
          <a:xfrm>
            <a:off x="5546115" y="2553430"/>
            <a:ext cx="3036776" cy="479557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1" name="Text Placeholder 7"/>
          <p:cNvSpPr txBox="1">
            <a:spLocks noGrp="1"/>
          </p:cNvSpPr>
          <p:nvPr>
            <p:ph type="body" sz="quarter" idx="18"/>
          </p:nvPr>
        </p:nvSpPr>
        <p:spPr>
          <a:xfrm>
            <a:off x="9197741" y="1984187"/>
            <a:ext cx="75675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62" name="Text Placeholder 8"/>
          <p:cNvSpPr txBox="1">
            <a:spLocks noGrp="1"/>
          </p:cNvSpPr>
          <p:nvPr>
            <p:ph type="body" sz="quarter" idx="19"/>
          </p:nvPr>
        </p:nvSpPr>
        <p:spPr>
          <a:xfrm>
            <a:off x="9197741" y="2553430"/>
            <a:ext cx="2867260" cy="479557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3" name="Text Placeholder 9"/>
          <p:cNvSpPr txBox="1">
            <a:spLocks noGrp="1"/>
          </p:cNvSpPr>
          <p:nvPr>
            <p:ph type="body" sz="quarter" idx="20"/>
          </p:nvPr>
        </p:nvSpPr>
        <p:spPr>
          <a:xfrm>
            <a:off x="5546114" y="3267883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64" name="Text Placeholder 10"/>
          <p:cNvSpPr txBox="1">
            <a:spLocks noGrp="1"/>
          </p:cNvSpPr>
          <p:nvPr>
            <p:ph type="body" sz="quarter" idx="21"/>
          </p:nvPr>
        </p:nvSpPr>
        <p:spPr>
          <a:xfrm>
            <a:off x="5546115" y="3837128"/>
            <a:ext cx="3036776" cy="479557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5" name="Text Placeholder 11"/>
          <p:cNvSpPr txBox="1">
            <a:spLocks noGrp="1"/>
          </p:cNvSpPr>
          <p:nvPr>
            <p:ph type="body" sz="quarter" idx="22"/>
          </p:nvPr>
        </p:nvSpPr>
        <p:spPr>
          <a:xfrm>
            <a:off x="9197741" y="3267883"/>
            <a:ext cx="75675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66" name="Text Placeholder 12"/>
          <p:cNvSpPr txBox="1">
            <a:spLocks noGrp="1"/>
          </p:cNvSpPr>
          <p:nvPr>
            <p:ph type="body" sz="quarter" idx="23"/>
          </p:nvPr>
        </p:nvSpPr>
        <p:spPr>
          <a:xfrm>
            <a:off x="9197741" y="3837128"/>
            <a:ext cx="2867260" cy="479557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7" name="Text Placeholder 13"/>
          <p:cNvSpPr txBox="1">
            <a:spLocks noGrp="1"/>
          </p:cNvSpPr>
          <p:nvPr>
            <p:ph type="body" sz="quarter" idx="24"/>
          </p:nvPr>
        </p:nvSpPr>
        <p:spPr>
          <a:xfrm>
            <a:off x="5546114" y="4551581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68" name="Text Placeholder 14"/>
          <p:cNvSpPr txBox="1">
            <a:spLocks noGrp="1"/>
          </p:cNvSpPr>
          <p:nvPr>
            <p:ph type="body" sz="quarter" idx="25"/>
          </p:nvPr>
        </p:nvSpPr>
        <p:spPr>
          <a:xfrm>
            <a:off x="5546115" y="5120825"/>
            <a:ext cx="3036776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9" name="Text Placeholder 15"/>
          <p:cNvSpPr txBox="1">
            <a:spLocks noGrp="1"/>
          </p:cNvSpPr>
          <p:nvPr>
            <p:ph type="body" sz="quarter" idx="26"/>
          </p:nvPr>
        </p:nvSpPr>
        <p:spPr>
          <a:xfrm>
            <a:off x="9197741" y="4551581"/>
            <a:ext cx="75675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08</a:t>
            </a:r>
          </a:p>
        </p:txBody>
      </p:sp>
      <p:sp>
        <p:nvSpPr>
          <p:cNvPr id="70" name="Text Placeholder 16"/>
          <p:cNvSpPr txBox="1">
            <a:spLocks noGrp="1"/>
          </p:cNvSpPr>
          <p:nvPr>
            <p:ph type="body" sz="quarter" idx="27"/>
          </p:nvPr>
        </p:nvSpPr>
        <p:spPr>
          <a:xfrm>
            <a:off x="9197741" y="5120825"/>
            <a:ext cx="2867260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28"/>
          </p:nvPr>
        </p:nvSpPr>
        <p:spPr>
          <a:xfrm>
            <a:off x="309291" y="700486"/>
            <a:ext cx="4719911" cy="1014814"/>
          </a:xfrm>
          <a:prstGeom prst="rect">
            <a:avLst/>
          </a:prstGeom>
        </p:spPr>
        <p:txBody>
          <a:bodyPr lIns="45718" tIns="45718" rIns="45718" bIns="45718"/>
          <a:lstStyle>
            <a:lvl1pPr defTabSz="983592">
              <a:lnSpc>
                <a:spcPct val="72000"/>
              </a:lnSpc>
              <a:defRPr sz="3800" b="1"/>
            </a:lvl1pPr>
          </a:lstStyle>
          <a:p>
            <a:pPr defTabSz="738377">
              <a:lnSpc>
                <a:spcPct val="72000"/>
              </a:lnSpc>
              <a:defRPr sz="3800" b="1"/>
            </a:pPr>
            <a:r>
              <a:t>Deck </a:t>
            </a:r>
          </a:p>
          <a:p>
            <a:pPr defTabSz="738377">
              <a:lnSpc>
                <a:spcPct val="72000"/>
              </a:lnSpc>
              <a:defRPr sz="3800" b="1"/>
            </a:pPr>
            <a:r>
              <a:t>Agenda</a:t>
            </a:r>
          </a:p>
        </p:txBody>
      </p:sp>
      <p:sp>
        <p:nvSpPr>
          <p:cNvPr id="72" name="Text Placeholder 1"/>
          <p:cNvSpPr txBox="1">
            <a:spLocks noGrp="1"/>
          </p:cNvSpPr>
          <p:nvPr>
            <p:ph type="body" sz="quarter" idx="29"/>
          </p:nvPr>
        </p:nvSpPr>
        <p:spPr>
          <a:xfrm>
            <a:off x="5546114" y="700486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70083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ark 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Placeholder 2"/>
          <p:cNvSpPr txBox="1">
            <a:spLocks noGrp="1"/>
          </p:cNvSpPr>
          <p:nvPr>
            <p:ph type="body" sz="quarter" idx="13"/>
          </p:nvPr>
        </p:nvSpPr>
        <p:spPr>
          <a:xfrm>
            <a:off x="5546113" y="1269730"/>
            <a:ext cx="2362203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87" name="Text Placeholder 3"/>
          <p:cNvSpPr txBox="1">
            <a:spLocks noGrp="1"/>
          </p:cNvSpPr>
          <p:nvPr>
            <p:ph type="body" sz="quarter" idx="14"/>
          </p:nvPr>
        </p:nvSpPr>
        <p:spPr>
          <a:xfrm>
            <a:off x="9197740" y="700486"/>
            <a:ext cx="715187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05</a:t>
            </a:r>
          </a:p>
        </p:txBody>
      </p:sp>
      <p:sp>
        <p:nvSpPr>
          <p:cNvPr id="88" name="Text Placeholder 4"/>
          <p:cNvSpPr txBox="1">
            <a:spLocks noGrp="1"/>
          </p:cNvSpPr>
          <p:nvPr>
            <p:ph type="body" sz="quarter" idx="15"/>
          </p:nvPr>
        </p:nvSpPr>
        <p:spPr>
          <a:xfrm>
            <a:off x="9197741" y="1269730"/>
            <a:ext cx="2362204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89" name="Text Placeholder 5"/>
          <p:cNvSpPr txBox="1">
            <a:spLocks noGrp="1"/>
          </p:cNvSpPr>
          <p:nvPr>
            <p:ph type="body" sz="quarter" idx="16"/>
          </p:nvPr>
        </p:nvSpPr>
        <p:spPr>
          <a:xfrm>
            <a:off x="5546114" y="1984187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02</a:t>
            </a:r>
          </a:p>
        </p:txBody>
      </p:sp>
      <p:sp>
        <p:nvSpPr>
          <p:cNvPr id="90" name="Text Placeholder 6"/>
          <p:cNvSpPr txBox="1">
            <a:spLocks noGrp="1"/>
          </p:cNvSpPr>
          <p:nvPr>
            <p:ph type="body" sz="quarter" idx="17"/>
          </p:nvPr>
        </p:nvSpPr>
        <p:spPr>
          <a:xfrm>
            <a:off x="5546113" y="2553430"/>
            <a:ext cx="2362203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1" name="Text Placeholder 7"/>
          <p:cNvSpPr txBox="1">
            <a:spLocks noGrp="1"/>
          </p:cNvSpPr>
          <p:nvPr>
            <p:ph type="body" sz="quarter" idx="18"/>
          </p:nvPr>
        </p:nvSpPr>
        <p:spPr>
          <a:xfrm>
            <a:off x="9197740" y="1984187"/>
            <a:ext cx="715187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06</a:t>
            </a:r>
          </a:p>
        </p:txBody>
      </p:sp>
      <p:sp>
        <p:nvSpPr>
          <p:cNvPr id="92" name="Text Placeholder 8"/>
          <p:cNvSpPr txBox="1">
            <a:spLocks noGrp="1"/>
          </p:cNvSpPr>
          <p:nvPr>
            <p:ph type="body" sz="quarter" idx="19"/>
          </p:nvPr>
        </p:nvSpPr>
        <p:spPr>
          <a:xfrm>
            <a:off x="9197741" y="2553430"/>
            <a:ext cx="2362204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3" name="Text Placeholder 9"/>
          <p:cNvSpPr txBox="1">
            <a:spLocks noGrp="1"/>
          </p:cNvSpPr>
          <p:nvPr>
            <p:ph type="body" sz="quarter" idx="20"/>
          </p:nvPr>
        </p:nvSpPr>
        <p:spPr>
          <a:xfrm>
            <a:off x="5546114" y="3267883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03</a:t>
            </a:r>
          </a:p>
        </p:txBody>
      </p:sp>
      <p:sp>
        <p:nvSpPr>
          <p:cNvPr id="94" name="Text Placeholder 10"/>
          <p:cNvSpPr txBox="1">
            <a:spLocks noGrp="1"/>
          </p:cNvSpPr>
          <p:nvPr>
            <p:ph type="body" sz="quarter" idx="21"/>
          </p:nvPr>
        </p:nvSpPr>
        <p:spPr>
          <a:xfrm>
            <a:off x="5546113" y="3837127"/>
            <a:ext cx="2362203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5" name="Text Placeholder 11"/>
          <p:cNvSpPr txBox="1">
            <a:spLocks noGrp="1"/>
          </p:cNvSpPr>
          <p:nvPr>
            <p:ph type="body" sz="quarter" idx="22"/>
          </p:nvPr>
        </p:nvSpPr>
        <p:spPr>
          <a:xfrm>
            <a:off x="9197740" y="3267883"/>
            <a:ext cx="715187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07</a:t>
            </a:r>
          </a:p>
        </p:txBody>
      </p:sp>
      <p:sp>
        <p:nvSpPr>
          <p:cNvPr id="96" name="Text Placeholder 12"/>
          <p:cNvSpPr txBox="1">
            <a:spLocks noGrp="1"/>
          </p:cNvSpPr>
          <p:nvPr>
            <p:ph type="body" sz="quarter" idx="23"/>
          </p:nvPr>
        </p:nvSpPr>
        <p:spPr>
          <a:xfrm>
            <a:off x="9197741" y="3837127"/>
            <a:ext cx="2362204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7" name="Text Placeholder 13"/>
          <p:cNvSpPr txBox="1">
            <a:spLocks noGrp="1"/>
          </p:cNvSpPr>
          <p:nvPr>
            <p:ph type="body" sz="quarter" idx="24"/>
          </p:nvPr>
        </p:nvSpPr>
        <p:spPr>
          <a:xfrm>
            <a:off x="5546114" y="4551581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04</a:t>
            </a:r>
          </a:p>
        </p:txBody>
      </p:sp>
      <p:sp>
        <p:nvSpPr>
          <p:cNvPr id="98" name="Text Placeholder 14"/>
          <p:cNvSpPr txBox="1">
            <a:spLocks noGrp="1"/>
          </p:cNvSpPr>
          <p:nvPr>
            <p:ph type="body" sz="quarter" idx="25"/>
          </p:nvPr>
        </p:nvSpPr>
        <p:spPr>
          <a:xfrm>
            <a:off x="5546113" y="5120825"/>
            <a:ext cx="2362203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9" name="Text Placeholder 15"/>
          <p:cNvSpPr txBox="1">
            <a:spLocks noGrp="1"/>
          </p:cNvSpPr>
          <p:nvPr>
            <p:ph type="body" sz="quarter" idx="26"/>
          </p:nvPr>
        </p:nvSpPr>
        <p:spPr>
          <a:xfrm>
            <a:off x="9197740" y="4551581"/>
            <a:ext cx="715187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08</a:t>
            </a:r>
          </a:p>
        </p:txBody>
      </p:sp>
      <p:sp>
        <p:nvSpPr>
          <p:cNvPr id="100" name="Text Placeholder 16"/>
          <p:cNvSpPr txBox="1">
            <a:spLocks noGrp="1"/>
          </p:cNvSpPr>
          <p:nvPr>
            <p:ph type="body" sz="quarter" idx="27"/>
          </p:nvPr>
        </p:nvSpPr>
        <p:spPr>
          <a:xfrm>
            <a:off x="9197741" y="5120825"/>
            <a:ext cx="2362204" cy="482184"/>
          </a:xfrm>
          <a:prstGeom prst="rect">
            <a:avLst/>
          </a:prstGeom>
        </p:spPr>
        <p:txBody>
          <a:bodyPr/>
          <a:lstStyle>
            <a:lvl1pPr>
              <a:defRPr sz="2797">
                <a:solidFill>
                  <a:srgbClr val="A9CBEA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101" name="Text Placeholder 17"/>
          <p:cNvSpPr>
            <a:spLocks noGrp="1"/>
          </p:cNvSpPr>
          <p:nvPr>
            <p:ph type="body" sz="quarter" idx="28"/>
          </p:nvPr>
        </p:nvSpPr>
        <p:spPr>
          <a:xfrm>
            <a:off x="309291" y="700486"/>
            <a:ext cx="4719911" cy="1014814"/>
          </a:xfrm>
          <a:prstGeom prst="rect">
            <a:avLst/>
          </a:prstGeom>
        </p:spPr>
        <p:txBody>
          <a:bodyPr lIns="45718" tIns="45718" rIns="45718" bIns="45718"/>
          <a:lstStyle>
            <a:lvl1pPr defTabSz="983592">
              <a:lnSpc>
                <a:spcPct val="72000"/>
              </a:lnSpc>
              <a:defRPr sz="3800" b="1"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pPr defTabSz="738377">
              <a:lnSpc>
                <a:spcPct val="72000"/>
              </a:lnSpc>
              <a:defRPr sz="3800" b="1">
                <a:solidFill>
                  <a:schemeClr val="accent2">
                    <a:lumOff val="5588"/>
                  </a:schemeClr>
                </a:solidFill>
              </a:defRPr>
            </a:pPr>
            <a:r>
              <a:t>Deck </a:t>
            </a:r>
          </a:p>
          <a:p>
            <a:pPr defTabSz="738377">
              <a:lnSpc>
                <a:spcPct val="72000"/>
              </a:lnSpc>
              <a:defRPr sz="3800" b="1">
                <a:solidFill>
                  <a:schemeClr val="accent2">
                    <a:lumOff val="5588"/>
                  </a:schemeClr>
                </a:solidFill>
              </a:defRPr>
            </a:pPr>
            <a:r>
              <a:t>Agenda</a:t>
            </a:r>
          </a:p>
        </p:txBody>
      </p:sp>
      <p:sp>
        <p:nvSpPr>
          <p:cNvPr id="102" name="Text Placeholder 1"/>
          <p:cNvSpPr txBox="1">
            <a:spLocks noGrp="1"/>
          </p:cNvSpPr>
          <p:nvPr>
            <p:ph type="body" sz="quarter" idx="29"/>
          </p:nvPr>
        </p:nvSpPr>
        <p:spPr>
          <a:xfrm>
            <a:off x="5546114" y="700486"/>
            <a:ext cx="772511" cy="605295"/>
          </a:xfrm>
          <a:prstGeom prst="rect">
            <a:avLst/>
          </a:prstGeom>
        </p:spPr>
        <p:txBody>
          <a:bodyPr/>
          <a:lstStyle>
            <a:lvl1pPr>
              <a:defRPr sz="3597" b="1">
                <a:solidFill>
                  <a:schemeClr val="accent5"/>
                </a:solidFill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0934855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Light Quote">
    <p:bg>
      <p:bgPr>
        <a:solidFill>
          <a:schemeClr val="accent2">
            <a:lumOff val="558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“ Big quote or headline…”"/>
          <p:cNvSpPr txBox="1">
            <a:spLocks noGrp="1"/>
          </p:cNvSpPr>
          <p:nvPr>
            <p:ph type="body" idx="13"/>
          </p:nvPr>
        </p:nvSpPr>
        <p:spPr>
          <a:xfrm>
            <a:off x="254000" y="1627630"/>
            <a:ext cx="11811000" cy="3602742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9591" b="1">
                <a:solidFill>
                  <a:schemeClr val="accent4"/>
                </a:solidFill>
              </a:defRPr>
            </a:lvl1pPr>
          </a:lstStyle>
          <a:p>
            <a:r>
              <a:t>“ Big quote or headline…”</a:t>
            </a:r>
          </a:p>
        </p:txBody>
      </p:sp>
    </p:spTree>
    <p:extLst>
      <p:ext uri="{BB962C8B-B14F-4D97-AF65-F5344CB8AC3E}">
        <p14:creationId xmlns:p14="http://schemas.microsoft.com/office/powerpoint/2010/main" val="3937191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Light Text &amp; 1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8"/>
          <p:cNvSpPr/>
          <p:nvPr/>
        </p:nvSpPr>
        <p:spPr>
          <a:xfrm>
            <a:off x="1" y="-1"/>
            <a:ext cx="6096000" cy="6858000"/>
          </a:xfrm>
          <a:prstGeom prst="rect">
            <a:avLst/>
          </a:prstGeom>
          <a:solidFill>
            <a:schemeClr val="accent2">
              <a:lumOff val="5588"/>
            </a:schemeClr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243" name="Label"/>
          <p:cNvSpPr txBox="1">
            <a:spLocks noGrp="1"/>
          </p:cNvSpPr>
          <p:nvPr>
            <p:ph type="body" sz="quarter" idx="13"/>
          </p:nvPr>
        </p:nvSpPr>
        <p:spPr>
          <a:xfrm>
            <a:off x="400655" y="1363789"/>
            <a:ext cx="4202808" cy="428447"/>
          </a:xfrm>
          <a:prstGeom prst="rect">
            <a:avLst/>
          </a:prstGeom>
        </p:spPr>
        <p:txBody>
          <a:bodyPr/>
          <a:lstStyle>
            <a:lvl1pPr defTabSz="395872">
              <a:defRPr sz="1917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44" name="Lorem ipsum dolor sit amet, consectetur adipiscing elit, sed do eiusmod tempor incididunt ut labore et."/>
          <p:cNvSpPr txBox="1">
            <a:spLocks noGrp="1"/>
          </p:cNvSpPr>
          <p:nvPr>
            <p:ph type="body" sz="quarter" idx="14"/>
          </p:nvPr>
        </p:nvSpPr>
        <p:spPr>
          <a:xfrm>
            <a:off x="400655" y="1792234"/>
            <a:ext cx="4202808" cy="7899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satOff val="-27949"/>
                    <a:lumOff val="20049"/>
                  </a:schemeClr>
                </a:solidFill>
              </a:defRPr>
            </a:lvl1pPr>
          </a:lstStyle>
          <a:p>
            <a:r>
              <a:t>Lorem ipsum dolor sit amet, consectetur adipiscing elit, sed do eiusmod tempor incididunt ut labore et.</a:t>
            </a:r>
          </a:p>
        </p:txBody>
      </p:sp>
      <p:sp>
        <p:nvSpPr>
          <p:cNvPr id="245" name="Label"/>
          <p:cNvSpPr txBox="1">
            <a:spLocks noGrp="1"/>
          </p:cNvSpPr>
          <p:nvPr>
            <p:ph type="body" sz="quarter" idx="15"/>
          </p:nvPr>
        </p:nvSpPr>
        <p:spPr>
          <a:xfrm>
            <a:off x="400655" y="2856059"/>
            <a:ext cx="4202808" cy="3997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998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46" name="Lorem ipsum dolor sit amet, consectetur adipiscing elit, sed do eiusmod tempor incididunt ut labore et."/>
          <p:cNvSpPr txBox="1">
            <a:spLocks noGrp="1"/>
          </p:cNvSpPr>
          <p:nvPr>
            <p:ph type="body" sz="quarter" idx="16"/>
          </p:nvPr>
        </p:nvSpPr>
        <p:spPr>
          <a:xfrm>
            <a:off x="400654" y="3270555"/>
            <a:ext cx="4202809" cy="81804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satOff val="-27949"/>
                    <a:lumOff val="20049"/>
                  </a:schemeClr>
                </a:solidFill>
              </a:defRPr>
            </a:lvl1pPr>
          </a:lstStyle>
          <a:p>
            <a:r>
              <a:t>Lorem ipsum dolor sit amet, consectetur adipiscing elit, sed do eiusmod tempor incididunt ut labore et.</a:t>
            </a:r>
          </a:p>
        </p:txBody>
      </p:sp>
      <p:sp>
        <p:nvSpPr>
          <p:cNvPr id="247" name="Label"/>
          <p:cNvSpPr txBox="1">
            <a:spLocks noGrp="1"/>
          </p:cNvSpPr>
          <p:nvPr>
            <p:ph type="body" sz="quarter" idx="17"/>
          </p:nvPr>
        </p:nvSpPr>
        <p:spPr>
          <a:xfrm>
            <a:off x="400655" y="4335627"/>
            <a:ext cx="4202807" cy="428632"/>
          </a:xfrm>
          <a:prstGeom prst="rect">
            <a:avLst/>
          </a:prstGeom>
        </p:spPr>
        <p:txBody>
          <a:bodyPr/>
          <a:lstStyle>
            <a:lvl1pPr defTabSz="395872">
              <a:defRPr sz="1917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48" name="Lorem ipsum dolor sit amet, consectetur adipiscing elit, sed do eiusmod tempor incididunt ut labore et."/>
          <p:cNvSpPr txBox="1">
            <a:spLocks noGrp="1"/>
          </p:cNvSpPr>
          <p:nvPr>
            <p:ph type="body" sz="quarter" idx="18"/>
          </p:nvPr>
        </p:nvSpPr>
        <p:spPr>
          <a:xfrm>
            <a:off x="400655" y="4764260"/>
            <a:ext cx="4202808" cy="789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satOff val="-27949"/>
                    <a:lumOff val="20049"/>
                  </a:schemeClr>
                </a:solidFill>
              </a:defRPr>
            </a:lvl1pPr>
          </a:lstStyle>
          <a:p>
            <a:r>
              <a:t>Lorem ipsum dolor sit amet, consectetur adipiscing elit, sed do eiusmod tempor incididunt ut labore et.</a:t>
            </a:r>
          </a:p>
        </p:txBody>
      </p:sp>
      <p:sp>
        <p:nvSpPr>
          <p:cNvPr id="249" name="Slide title"/>
          <p:cNvSpPr txBox="1">
            <a:spLocks noGrp="1"/>
          </p:cNvSpPr>
          <p:nvPr>
            <p:ph type="body" sz="quarter" idx="19"/>
          </p:nvPr>
        </p:nvSpPr>
        <p:spPr>
          <a:xfrm>
            <a:off x="254001" y="254001"/>
            <a:ext cx="5606473" cy="460462"/>
          </a:xfrm>
          <a:prstGeom prst="rect">
            <a:avLst/>
          </a:prstGeom>
        </p:spPr>
        <p:txBody>
          <a:bodyPr lIns="45718" tIns="45718" rIns="45718" bIns="45718"/>
          <a:lstStyle>
            <a:lvl1pPr defTabSz="776521">
              <a:lnSpc>
                <a:spcPct val="90000"/>
              </a:lnSpc>
              <a:defRPr sz="2997" b="1">
                <a:solidFill>
                  <a:schemeClr val="accent4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250" name="Picture Placeholder 2"/>
          <p:cNvSpPr>
            <a:spLocks noGrp="1"/>
          </p:cNvSpPr>
          <p:nvPr>
            <p:ph type="pic" idx="20"/>
          </p:nvPr>
        </p:nvSpPr>
        <p:spPr>
          <a:xfrm>
            <a:off x="6096000" y="-2645"/>
            <a:ext cx="6096000" cy="68606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477152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ark Text &amp; 1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8"/>
          <p:cNvSpPr/>
          <p:nvPr/>
        </p:nvSpPr>
        <p:spPr>
          <a:xfrm>
            <a:off x="1" y="-1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5676" tIns="45676" rIns="45676" bIns="45676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 sz="2398"/>
          </a:p>
        </p:txBody>
      </p:sp>
      <p:sp>
        <p:nvSpPr>
          <p:cNvPr id="264" name="Label"/>
          <p:cNvSpPr txBox="1">
            <a:spLocks noGrp="1"/>
          </p:cNvSpPr>
          <p:nvPr>
            <p:ph type="body" sz="quarter" idx="13"/>
          </p:nvPr>
        </p:nvSpPr>
        <p:spPr>
          <a:xfrm>
            <a:off x="400655" y="1363789"/>
            <a:ext cx="4202808" cy="428447"/>
          </a:xfrm>
          <a:prstGeom prst="rect">
            <a:avLst/>
          </a:prstGeom>
        </p:spPr>
        <p:txBody>
          <a:bodyPr/>
          <a:lstStyle>
            <a:lvl1pPr defTabSz="395872">
              <a:defRPr sz="1917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65" name="Lorem ipsum dolor sit amet, consectetur adipiscing elit, sed do eiusmod tempor incididunt ut labore et."/>
          <p:cNvSpPr txBox="1">
            <a:spLocks noGrp="1"/>
          </p:cNvSpPr>
          <p:nvPr>
            <p:ph type="body" sz="quarter" idx="14"/>
          </p:nvPr>
        </p:nvSpPr>
        <p:spPr>
          <a:xfrm>
            <a:off x="400655" y="1792234"/>
            <a:ext cx="4202808" cy="7899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t>Lorem ipsum dolor sit amet, consectetur adipiscing elit, sed do eiusmod tempor incididunt ut labore et.</a:t>
            </a:r>
          </a:p>
        </p:txBody>
      </p:sp>
      <p:sp>
        <p:nvSpPr>
          <p:cNvPr id="266" name="Label"/>
          <p:cNvSpPr txBox="1">
            <a:spLocks noGrp="1"/>
          </p:cNvSpPr>
          <p:nvPr>
            <p:ph type="body" sz="quarter" idx="15"/>
          </p:nvPr>
        </p:nvSpPr>
        <p:spPr>
          <a:xfrm>
            <a:off x="400655" y="2856059"/>
            <a:ext cx="4202808" cy="39978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998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67" name="Lorem ipsum dolor sit amet, consectetur adipiscing elit, sed do eiusmod tempor incididunt ut labore et."/>
          <p:cNvSpPr txBox="1">
            <a:spLocks noGrp="1"/>
          </p:cNvSpPr>
          <p:nvPr>
            <p:ph type="body" sz="quarter" idx="16"/>
          </p:nvPr>
        </p:nvSpPr>
        <p:spPr>
          <a:xfrm>
            <a:off x="400654" y="3270555"/>
            <a:ext cx="4202809" cy="789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t>Lorem ipsum dolor sit amet, consectetur adipiscing elit, sed do eiusmod tempor incididunt ut labore et.</a:t>
            </a:r>
          </a:p>
        </p:txBody>
      </p:sp>
      <p:sp>
        <p:nvSpPr>
          <p:cNvPr id="268" name="Label"/>
          <p:cNvSpPr txBox="1">
            <a:spLocks noGrp="1"/>
          </p:cNvSpPr>
          <p:nvPr>
            <p:ph type="body" sz="quarter" idx="17"/>
          </p:nvPr>
        </p:nvSpPr>
        <p:spPr>
          <a:xfrm>
            <a:off x="400655" y="4335627"/>
            <a:ext cx="4202807" cy="428632"/>
          </a:xfrm>
          <a:prstGeom prst="rect">
            <a:avLst/>
          </a:prstGeom>
        </p:spPr>
        <p:txBody>
          <a:bodyPr/>
          <a:lstStyle>
            <a:lvl1pPr defTabSz="395872">
              <a:defRPr sz="1917" b="1">
                <a:solidFill>
                  <a:schemeClr val="accent5"/>
                </a:solidFill>
              </a:defRPr>
            </a:lvl1pPr>
          </a:lstStyle>
          <a:p>
            <a:r>
              <a:t>Label</a:t>
            </a:r>
          </a:p>
        </p:txBody>
      </p:sp>
      <p:sp>
        <p:nvSpPr>
          <p:cNvPr id="269" name="Lorem ipsum dolor sit amet, consectetur adipiscing elit, sed do eiusmod tempor incididunt ut labore et."/>
          <p:cNvSpPr txBox="1">
            <a:spLocks noGrp="1"/>
          </p:cNvSpPr>
          <p:nvPr>
            <p:ph type="body" sz="quarter" idx="18"/>
          </p:nvPr>
        </p:nvSpPr>
        <p:spPr>
          <a:xfrm>
            <a:off x="400655" y="4764260"/>
            <a:ext cx="4202808" cy="789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rPr dirty="0"/>
              <a:t>Lorem ipsum dolor sit amet, consectetur adipiscing elit, sed do eiusmod tempor incididunt ut labore et.</a:t>
            </a:r>
          </a:p>
        </p:txBody>
      </p:sp>
      <p:sp>
        <p:nvSpPr>
          <p:cNvPr id="270" name="Slide title"/>
          <p:cNvSpPr txBox="1">
            <a:spLocks noGrp="1"/>
          </p:cNvSpPr>
          <p:nvPr>
            <p:ph type="body" sz="quarter" idx="19"/>
          </p:nvPr>
        </p:nvSpPr>
        <p:spPr>
          <a:xfrm>
            <a:off x="254001" y="254001"/>
            <a:ext cx="5606473" cy="458775"/>
          </a:xfrm>
          <a:prstGeom prst="rect">
            <a:avLst/>
          </a:prstGeom>
        </p:spPr>
        <p:txBody>
          <a:bodyPr lIns="45718" tIns="45718" rIns="45718" bIns="45718"/>
          <a:lstStyle>
            <a:lvl1pPr defTabSz="776521">
              <a:lnSpc>
                <a:spcPct val="90000"/>
              </a:lnSpc>
              <a:defRPr sz="2997" b="1"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271" name="Picture Placeholder 2"/>
          <p:cNvSpPr>
            <a:spLocks noGrp="1"/>
          </p:cNvSpPr>
          <p:nvPr>
            <p:ph type="pic" idx="20"/>
          </p:nvPr>
        </p:nvSpPr>
        <p:spPr>
          <a:xfrm>
            <a:off x="6096001" y="-2644"/>
            <a:ext cx="6096001" cy="68606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038433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Slide title"/>
          <p:cNvSpPr txBox="1">
            <a:spLocks noGrp="1"/>
          </p:cNvSpPr>
          <p:nvPr>
            <p:ph type="body" sz="quarter" idx="13"/>
          </p:nvPr>
        </p:nvSpPr>
        <p:spPr>
          <a:xfrm>
            <a:off x="254001" y="254001"/>
            <a:ext cx="11811001" cy="494145"/>
          </a:xfrm>
          <a:prstGeom prst="rect">
            <a:avLst/>
          </a:prstGeom>
        </p:spPr>
        <p:txBody>
          <a:bodyPr lIns="45718" tIns="45718" rIns="45718" bIns="45718"/>
          <a:lstStyle>
            <a:lvl1pPr defTabSz="776521">
              <a:lnSpc>
                <a:spcPct val="90000"/>
              </a:lnSpc>
              <a:defRPr sz="2997" b="1">
                <a:solidFill>
                  <a:schemeClr val="accent4"/>
                </a:solidFill>
              </a:defRPr>
            </a:lvl1pPr>
          </a:lstStyle>
          <a:p>
            <a:r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11523480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ark Blank">
    <p:bg>
      <p:bgPr>
        <a:solidFill>
          <a:srgbClr val="1C35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title"/>
          <p:cNvSpPr txBox="1">
            <a:spLocks noGrp="1"/>
          </p:cNvSpPr>
          <p:nvPr>
            <p:ph type="body" sz="quarter" idx="13"/>
          </p:nvPr>
        </p:nvSpPr>
        <p:spPr>
          <a:xfrm>
            <a:off x="254001" y="254001"/>
            <a:ext cx="11811001" cy="535709"/>
          </a:xfrm>
          <a:prstGeom prst="rect">
            <a:avLst/>
          </a:prstGeom>
        </p:spPr>
        <p:txBody>
          <a:bodyPr lIns="45718" tIns="45718" rIns="45718" bIns="45718"/>
          <a:lstStyle>
            <a:lvl1pPr defTabSz="776521">
              <a:lnSpc>
                <a:spcPct val="90000"/>
              </a:lnSpc>
              <a:defRPr sz="2997" b="1">
                <a:solidFill>
                  <a:schemeClr val="accent2">
                    <a:lumOff val="5588"/>
                  </a:schemeClr>
                </a:solidFill>
              </a:defRPr>
            </a:lvl1pPr>
          </a:lstStyle>
          <a:p>
            <a:r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18174586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Light Thank You">
    <p:bg>
      <p:bgPr>
        <a:solidFill>
          <a:schemeClr val="accent2">
            <a:lumOff val="558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ibm_logo_dark blue-01.png" descr="ibm_logo_dark blu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717320" y="6383321"/>
            <a:ext cx="190502" cy="504861"/>
          </a:xfrm>
          <a:prstGeom prst="rect">
            <a:avLst/>
          </a:prstGeom>
          <a:ln w="12700">
            <a:miter lim="400000"/>
          </a:ln>
        </p:spPr>
      </p:pic>
      <p:sp>
        <p:nvSpPr>
          <p:cNvPr id="353" name="Thank you"/>
          <p:cNvSpPr txBox="1">
            <a:spLocks noGrp="1"/>
          </p:cNvSpPr>
          <p:nvPr>
            <p:ph type="body" sz="quarter" idx="13"/>
          </p:nvPr>
        </p:nvSpPr>
        <p:spPr>
          <a:xfrm>
            <a:off x="254000" y="3429001"/>
            <a:ext cx="7449240" cy="1801371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9591" b="1">
                <a:solidFill>
                  <a:schemeClr val="accent5"/>
                </a:solidFill>
              </a:defRPr>
            </a:lvl1pPr>
          </a:lstStyle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1817426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Dark Thank You">
    <p:bg>
      <p:bgPr>
        <a:solidFill>
          <a:srgbClr val="1C35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hank you"/>
          <p:cNvSpPr txBox="1">
            <a:spLocks noGrp="1"/>
          </p:cNvSpPr>
          <p:nvPr>
            <p:ph type="body" sz="quarter" idx="13"/>
          </p:nvPr>
        </p:nvSpPr>
        <p:spPr>
          <a:xfrm>
            <a:off x="254000" y="3429001"/>
            <a:ext cx="7449240" cy="1801371"/>
          </a:xfrm>
          <a:prstGeom prst="rect">
            <a:avLst/>
          </a:prstGeom>
        </p:spPr>
        <p:txBody>
          <a:bodyPr lIns="45718" tIns="45718" rIns="45718" bIns="45718"/>
          <a:lstStyle>
            <a:lvl1pPr defTabSz="913554">
              <a:lnSpc>
                <a:spcPct val="90000"/>
              </a:lnSpc>
              <a:defRPr sz="9591" b="1">
                <a:solidFill>
                  <a:schemeClr val="accent5"/>
                </a:solidFill>
              </a:defRPr>
            </a:lvl1pPr>
          </a:lstStyle>
          <a:p>
            <a: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5607662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bg>
      <p:bgPr>
        <a:solidFill>
          <a:srgbClr val="1C29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5" name="Title Text"/>
          <p:cNvSpPr>
            <a:spLocks noGrp="1"/>
          </p:cNvSpPr>
          <p:nvPr>
            <p:ph type="title"/>
          </p:nvPr>
        </p:nvSpPr>
        <p:spPr>
          <a:xfrm>
            <a:off x="415600" y="593370"/>
            <a:ext cx="11360803" cy="763601"/>
          </a:xfrm>
          <a:prstGeom prst="rect">
            <a:avLst/>
          </a:prstGeom>
        </p:spPr>
        <p:txBody>
          <a:bodyPr lIns="91424" tIns="91424" rIns="91424" bIns="91424"/>
          <a:lstStyle>
            <a:lvl1pPr defTabSz="1218043">
              <a:lnSpc>
                <a:spcPct val="100000"/>
              </a:lnSpc>
              <a:defRPr sz="373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816" name="Body Level One…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3" cy="4555200"/>
          </a:xfrm>
          <a:prstGeom prst="rect">
            <a:avLst/>
          </a:prstGeom>
        </p:spPr>
        <p:txBody>
          <a:bodyPr lIns="91424" tIns="91424" rIns="91424" bIns="91424">
            <a:normAutofit/>
          </a:bodyPr>
          <a:lstStyle>
            <a:lvl1pPr marL="0" indent="0" defTabSz="1218043">
              <a:lnSpc>
                <a:spcPct val="115000"/>
              </a:lnSpc>
              <a:spcBef>
                <a:spcPts val="2131"/>
              </a:spcBef>
              <a:defRPr sz="2398">
                <a:solidFill>
                  <a:srgbClr val="ADADAD"/>
                </a:solidFill>
              </a:defRPr>
            </a:lvl1pPr>
            <a:lvl2pPr marL="0" indent="609021" defTabSz="1218043">
              <a:lnSpc>
                <a:spcPct val="115000"/>
              </a:lnSpc>
              <a:spcBef>
                <a:spcPts val="2131"/>
              </a:spcBef>
              <a:buSzTx/>
              <a:buNone/>
              <a:defRPr sz="2398">
                <a:solidFill>
                  <a:srgbClr val="ADADAD"/>
                </a:solidFill>
              </a:defRPr>
            </a:lvl2pPr>
            <a:lvl3pPr marL="0" indent="1218043" defTabSz="1218043">
              <a:lnSpc>
                <a:spcPct val="115000"/>
              </a:lnSpc>
              <a:spcBef>
                <a:spcPts val="2131"/>
              </a:spcBef>
              <a:buSzTx/>
              <a:buNone/>
              <a:defRPr sz="2398">
                <a:solidFill>
                  <a:srgbClr val="ADADAD"/>
                </a:solidFill>
              </a:defRPr>
            </a:lvl3pPr>
            <a:lvl4pPr marL="0" indent="1827063" defTabSz="1218043">
              <a:lnSpc>
                <a:spcPct val="115000"/>
              </a:lnSpc>
              <a:spcBef>
                <a:spcPts val="2131"/>
              </a:spcBef>
              <a:buSzTx/>
              <a:buNone/>
              <a:defRPr sz="2398">
                <a:solidFill>
                  <a:srgbClr val="ADADAD"/>
                </a:solidFill>
              </a:defRPr>
            </a:lvl4pPr>
            <a:lvl5pPr marL="0" indent="2436083" defTabSz="1218043">
              <a:lnSpc>
                <a:spcPct val="115000"/>
              </a:lnSpc>
              <a:spcBef>
                <a:spcPts val="2131"/>
              </a:spcBef>
              <a:buSzTx/>
              <a:buNone/>
              <a:defRPr sz="2398">
                <a:solidFill>
                  <a:srgbClr val="ADADAD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17" name="Slide Number"/>
          <p:cNvSpPr>
            <a:spLocks noGrp="1"/>
          </p:cNvSpPr>
          <p:nvPr>
            <p:ph type="sldNum" sz="quarter" idx="2"/>
          </p:nvPr>
        </p:nvSpPr>
        <p:spPr>
          <a:xfrm>
            <a:off x="11296612" y="6226533"/>
            <a:ext cx="524425" cy="506979"/>
          </a:xfrm>
          <a:prstGeom prst="rect">
            <a:avLst/>
          </a:prstGeom>
        </p:spPr>
        <p:txBody>
          <a:bodyPr lIns="91424" tIns="91424" rIns="91424" bIns="91424" anchor="ctr"/>
          <a:lstStyle>
            <a:lvl1pPr defTabSz="1218043">
              <a:defRPr sz="1865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844367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Content 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Shape 167"/>
          <p:cNvSpPr/>
          <p:nvPr/>
        </p:nvSpPr>
        <p:spPr>
          <a:xfrm>
            <a:off x="-190499" y="-208112"/>
            <a:ext cx="3859857" cy="7274224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 b="0">
                <a:solidFill>
                  <a:srgbClr val="5AAAFA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1600"/>
          </a:p>
        </p:txBody>
      </p:sp>
      <p:sp>
        <p:nvSpPr>
          <p:cNvPr id="6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657115" y="1249661"/>
            <a:ext cx="939900" cy="3619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051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567822" indent="-250330">
              <a:spcBef>
                <a:spcPts val="0"/>
              </a:spcBef>
              <a:defRPr sz="2051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885314" indent="-250330">
              <a:spcBef>
                <a:spcPts val="0"/>
              </a:spcBef>
              <a:defRPr sz="2051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1202806" indent="-250330">
              <a:spcBef>
                <a:spcPts val="0"/>
              </a:spcBef>
              <a:defRPr sz="2051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1520298" indent="-250330">
              <a:spcBef>
                <a:spcPts val="0"/>
              </a:spcBef>
              <a:defRPr sz="2051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5" name="Shape 169"/>
          <p:cNvSpPr>
            <a:spLocks noGrp="1"/>
          </p:cNvSpPr>
          <p:nvPr>
            <p:ph type="body" sz="quarter" idx="13"/>
          </p:nvPr>
        </p:nvSpPr>
        <p:spPr>
          <a:xfrm>
            <a:off x="4657115" y="1583036"/>
            <a:ext cx="6627544" cy="53340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7866"/>
              </a:spcBef>
              <a:buSzTx/>
              <a:buNone/>
              <a:defRPr/>
            </a:lvl1pPr>
          </a:lstStyle>
          <a:p>
            <a:pPr marL="0" indent="0">
              <a:spcBef>
                <a:spcPts val="5900"/>
              </a:spcBef>
              <a:buSzTx/>
              <a:buNone/>
            </a:pPr>
            <a:endParaRPr/>
          </a:p>
        </p:txBody>
      </p:sp>
      <p:sp>
        <p:nvSpPr>
          <p:cNvPr id="666" name="Shape 170"/>
          <p:cNvSpPr>
            <a:spLocks noGrp="1"/>
          </p:cNvSpPr>
          <p:nvPr>
            <p:ph type="body" sz="quarter" idx="14"/>
          </p:nvPr>
        </p:nvSpPr>
        <p:spPr>
          <a:xfrm>
            <a:off x="4657115" y="2914015"/>
            <a:ext cx="939900" cy="3619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4100" b="1">
                <a:solidFill>
                  <a:srgbClr val="0F3659"/>
                </a:solidFill>
                <a:latin typeface="Helvetica"/>
                <a:sym typeface="Helvetica"/>
              </a:defRPr>
            </a:lvl1pPr>
          </a:lstStyle>
          <a:p>
            <a:pPr marL="0" indent="0">
              <a:spcBef>
                <a:spcPts val="0"/>
              </a:spcBef>
              <a:buSzTx/>
              <a:buNone/>
              <a:defRPr sz="4100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67" name="Shape 171"/>
          <p:cNvSpPr>
            <a:spLocks noGrp="1"/>
          </p:cNvSpPr>
          <p:nvPr>
            <p:ph type="body" sz="quarter" idx="15"/>
          </p:nvPr>
        </p:nvSpPr>
        <p:spPr>
          <a:xfrm>
            <a:off x="4657114" y="3263265"/>
            <a:ext cx="6511707" cy="53340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7866"/>
              </a:spcBef>
              <a:buSzTx/>
              <a:buNone/>
              <a:defRPr/>
            </a:lvl1pPr>
          </a:lstStyle>
          <a:p>
            <a:pPr marL="0" indent="0">
              <a:spcBef>
                <a:spcPts val="5900"/>
              </a:spcBef>
              <a:buSzTx/>
              <a:buNone/>
            </a:pPr>
            <a:endParaRPr/>
          </a:p>
        </p:txBody>
      </p:sp>
      <p:sp>
        <p:nvSpPr>
          <p:cNvPr id="668" name="Shape 172"/>
          <p:cNvSpPr>
            <a:spLocks noGrp="1"/>
          </p:cNvSpPr>
          <p:nvPr>
            <p:ph type="body" sz="quarter" idx="16"/>
          </p:nvPr>
        </p:nvSpPr>
        <p:spPr>
          <a:xfrm>
            <a:off x="4657115" y="4578370"/>
            <a:ext cx="939900" cy="3619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4100" b="1">
                <a:solidFill>
                  <a:srgbClr val="0F3659"/>
                </a:solidFill>
                <a:latin typeface="Helvetica"/>
                <a:sym typeface="Helvetica"/>
              </a:defRPr>
            </a:lvl1pPr>
          </a:lstStyle>
          <a:p>
            <a:pPr marL="0" indent="0">
              <a:spcBef>
                <a:spcPts val="0"/>
              </a:spcBef>
              <a:buSzTx/>
              <a:buNone/>
              <a:defRPr sz="4100" b="1">
                <a:solidFill>
                  <a:srgbClr val="0F365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69" name="Shape 173"/>
          <p:cNvSpPr>
            <a:spLocks noGrp="1"/>
          </p:cNvSpPr>
          <p:nvPr>
            <p:ph type="body" sz="quarter" idx="17"/>
          </p:nvPr>
        </p:nvSpPr>
        <p:spPr>
          <a:xfrm>
            <a:off x="4657114" y="4911745"/>
            <a:ext cx="6511707" cy="53340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7866"/>
              </a:spcBef>
              <a:buSzTx/>
              <a:buNone/>
              <a:defRPr/>
            </a:lvl1pPr>
          </a:lstStyle>
          <a:p>
            <a:pPr marL="0" indent="0">
              <a:spcBef>
                <a:spcPts val="5900"/>
              </a:spcBef>
              <a:buSzTx/>
              <a:buNone/>
            </a:pPr>
            <a:endParaRPr/>
          </a:p>
        </p:txBody>
      </p:sp>
      <p:sp>
        <p:nvSpPr>
          <p:cNvPr id="670" name="Shape 174"/>
          <p:cNvSpPr>
            <a:spLocks noGrp="1"/>
          </p:cNvSpPr>
          <p:nvPr>
            <p:ph type="body" sz="quarter" idx="18"/>
          </p:nvPr>
        </p:nvSpPr>
        <p:spPr>
          <a:xfrm>
            <a:off x="393631" y="2933038"/>
            <a:ext cx="2683652" cy="1193801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SzTx/>
              <a:buNone/>
              <a:defRPr sz="8300" b="1">
                <a:solidFill>
                  <a:srgbClr val="FFFFFF"/>
                </a:solidFill>
                <a:latin typeface="Helvetica"/>
                <a:sym typeface="Helvetica"/>
              </a:defRPr>
            </a:lvl1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SzTx/>
              <a:buNone/>
              <a:defRPr sz="8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671" name="Shape 175"/>
          <p:cNvSpPr/>
          <p:nvPr/>
        </p:nvSpPr>
        <p:spPr>
          <a:xfrm>
            <a:off x="469831" y="2800430"/>
            <a:ext cx="499204" cy="1"/>
          </a:xfrm>
          <a:prstGeom prst="line">
            <a:avLst/>
          </a:prstGeom>
          <a:ln w="127000">
            <a:solidFill>
              <a:srgbClr val="0BCFD8"/>
            </a:solidFill>
            <a:miter lim="400000"/>
          </a:ln>
        </p:spPr>
        <p:txBody>
          <a:bodyPr lIns="22859" tIns="22859" rIns="22859" bIns="22859"/>
          <a:lstStyle/>
          <a:p>
            <a:pPr>
              <a:defRPr b="0">
                <a:latin typeface="+mn-lt"/>
                <a:ea typeface="+mn-ea"/>
                <a:cs typeface="+mn-cs"/>
                <a:sym typeface="Helvetica Light"/>
              </a:defRPr>
            </a:pPr>
            <a:endParaRPr sz="675"/>
          </a:p>
        </p:txBody>
      </p:sp>
      <p:sp>
        <p:nvSpPr>
          <p:cNvPr id="6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766" y="6505278"/>
            <a:ext cx="397543" cy="377023"/>
          </a:xfrm>
          <a:prstGeom prst="rect">
            <a:avLst/>
          </a:prstGeom>
        </p:spPr>
        <p:txBody>
          <a:bodyPr lIns="71436" tIns="71436" rIns="71436" bIns="71436"/>
          <a:lstStyle>
            <a:lvl1pPr defTabSz="410755"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69484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381000" y="2838450"/>
            <a:ext cx="11430000" cy="3175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5150"/>
            </a:lvl1pPr>
          </a:lstStyle>
          <a:p>
            <a:r>
              <a:t>Title Text</a:t>
            </a:r>
          </a:p>
        </p:txBody>
      </p:sp>
      <p:sp>
        <p:nvSpPr>
          <p:cNvPr id="47" name="IBM ConfIDENTIAL"/>
          <p:cNvSpPr txBox="1"/>
          <p:nvPr/>
        </p:nvSpPr>
        <p:spPr>
          <a:xfrm>
            <a:off x="5494591" y="6536825"/>
            <a:ext cx="1202691" cy="22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>
            <a:normAutofit/>
          </a:bodyPr>
          <a:lstStyle>
            <a:lvl1pPr>
              <a:defRPr sz="2000" b="0">
                <a:solidFill>
                  <a:srgbClr val="FFFFFF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</a:lstStyle>
          <a:p>
            <a:r>
              <a:rPr sz="1000"/>
              <a:t>IBM ConfIDENTIAL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31600" y="304800"/>
            <a:ext cx="276598" cy="3175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550732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-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 flipV="1">
            <a:off x="0" y="-1"/>
            <a:ext cx="12192000" cy="12732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6200" tIns="38100" rIns="762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b="0" i="0" dirty="0">
              <a:latin typeface="Arial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80928"/>
            <a:ext cx="10287000" cy="614905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14500"/>
            <a:ext cx="11391900" cy="43815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1000" y="220980"/>
            <a:ext cx="5486400" cy="228600"/>
          </a:xfrm>
        </p:spPr>
        <p:txBody>
          <a:bodyPr tIns="0">
            <a:noAutofit/>
          </a:bodyPr>
          <a:lstStyle>
            <a:lvl1pPr>
              <a:defRPr sz="1333">
                <a:solidFill>
                  <a:schemeClr val="accent1"/>
                </a:solidFill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6118860"/>
            <a:ext cx="5562600" cy="381000"/>
          </a:xfrm>
        </p:spPr>
        <p:txBody>
          <a:bodyPr tIns="0" anchor="b"/>
          <a:lstStyle>
            <a:lvl1pPr>
              <a:defRPr sz="667" b="0">
                <a:solidFill>
                  <a:schemeClr val="tx1">
                    <a:alpha val="70000"/>
                  </a:schemeClr>
                </a:solidFill>
              </a:defRPr>
            </a:lvl1pPr>
            <a:lvl2pPr>
              <a:defRPr sz="750"/>
            </a:lvl2pPr>
            <a:lvl3pPr>
              <a:defRPr sz="750"/>
            </a:lvl3pPr>
            <a:lvl4pPr>
              <a:defRPr sz="750"/>
            </a:lvl4pPr>
            <a:lvl5pPr>
              <a:defRPr sz="750"/>
            </a:lvl5pPr>
          </a:lstStyle>
          <a:p>
            <a:pPr lvl="0"/>
            <a:r>
              <a:rPr lang="en-US" dirty="0"/>
              <a:t>Source: Edit source here</a:t>
            </a:r>
          </a:p>
        </p:txBody>
      </p:sp>
    </p:spTree>
    <p:extLst>
      <p:ext uri="{BB962C8B-B14F-4D97-AF65-F5344CB8AC3E}">
        <p14:creationId xmlns:p14="http://schemas.microsoft.com/office/powerpoint/2010/main" val="1681445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A8457D-735F-4A48-98F2-7E9FC66C6D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100" y="1143000"/>
            <a:ext cx="11582400" cy="5067300"/>
          </a:xfrm>
          <a:prstGeom prst="rect">
            <a:avLst/>
          </a:prstGeom>
        </p:spPr>
        <p:txBody>
          <a:bodyPr/>
          <a:lstStyle>
            <a:lvl1pPr>
              <a:defRPr sz="1250">
                <a:solidFill>
                  <a:srgbClr val="063A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90492" indent="-190492">
              <a:buFont typeface="Arial" panose="020B0604020202020204" pitchFamily="34" charset="0"/>
              <a:buChar char="•"/>
              <a:defRPr sz="11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90492" indent="0">
              <a:buNone/>
              <a:defRPr sz="11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167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597C1C-5D2E-4415-9C84-EEB584A4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1610"/>
            <a:ext cx="11353800" cy="536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943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">
  <p:cSld name="Interior white"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94"/>
          <p:cNvSpPr txBox="1">
            <a:spLocks noGrp="1"/>
          </p:cNvSpPr>
          <p:nvPr>
            <p:ph type="title"/>
          </p:nvPr>
        </p:nvSpPr>
        <p:spPr>
          <a:xfrm>
            <a:off x="1752600" y="946000"/>
            <a:ext cx="8686800" cy="96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667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78" name="Google Shape;1178;p194"/>
          <p:cNvCxnSpPr/>
          <p:nvPr/>
        </p:nvCxnSpPr>
        <p:spPr>
          <a:xfrm rot="10800000">
            <a:off x="447775" y="200"/>
            <a:ext cx="0" cy="8864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9" name="Google Shape;1179;p194"/>
          <p:cNvSpPr txBox="1">
            <a:spLocks noGrp="1"/>
          </p:cNvSpPr>
          <p:nvPr>
            <p:ph type="subTitle" idx="1"/>
          </p:nvPr>
        </p:nvSpPr>
        <p:spPr>
          <a:xfrm>
            <a:off x="447775" y="55440"/>
            <a:ext cx="5148800" cy="8164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933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80" name="Google Shape;1180;p194"/>
          <p:cNvCxnSpPr/>
          <p:nvPr/>
        </p:nvCxnSpPr>
        <p:spPr>
          <a:xfrm rot="10800000">
            <a:off x="447767" y="6401200"/>
            <a:ext cx="0" cy="456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1" name="Google Shape;1181;p194"/>
          <p:cNvSpPr txBox="1">
            <a:spLocks noGrp="1"/>
          </p:cNvSpPr>
          <p:nvPr>
            <p:ph type="sldNum" idx="12"/>
          </p:nvPr>
        </p:nvSpPr>
        <p:spPr>
          <a:xfrm>
            <a:off x="81975" y="6169556"/>
            <a:ext cx="731600" cy="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82" name="Google Shape;1182;p19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10711280" y="6313252"/>
            <a:ext cx="975851" cy="228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94"/>
          <p:cNvSpPr txBox="1">
            <a:spLocks noGrp="1"/>
          </p:cNvSpPr>
          <p:nvPr>
            <p:ph type="subTitle" idx="2"/>
          </p:nvPr>
        </p:nvSpPr>
        <p:spPr>
          <a:xfrm>
            <a:off x="885051" y="6169551"/>
            <a:ext cx="9182800" cy="55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667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184" name="Google Shape;1184;p194"/>
          <p:cNvSpPr txBox="1"/>
          <p:nvPr/>
        </p:nvSpPr>
        <p:spPr>
          <a:xfrm>
            <a:off x="1055200" y="2075967"/>
            <a:ext cx="10207600" cy="39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185" name="Google Shape;1185;p194"/>
          <p:cNvSpPr txBox="1"/>
          <p:nvPr/>
        </p:nvSpPr>
        <p:spPr>
          <a:xfrm>
            <a:off x="519633" y="200"/>
            <a:ext cx="11672400" cy="4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4.3</a:t>
            </a:r>
            <a:endParaRPr sz="8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287261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(black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IBM Cloud / DOC ID / </a:t>
            </a:r>
            <a:r>
              <a:rPr lang="de-DE" dirty="0" err="1"/>
              <a:t>Month</a:t>
            </a:r>
            <a:r>
              <a:rPr lang="de-DE" dirty="0"/>
              <a:t> XX, 2018 / © 2021 IBM Corporation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" y="-1"/>
            <a:ext cx="12191999" cy="1720852"/>
          </a:xfrm>
          <a:solidFill>
            <a:schemeClr val="tx1"/>
          </a:solidFill>
        </p:spPr>
        <p:txBody>
          <a:bodyPr lIns="304760" tIns="268191" rIns="304760" bIns="30476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00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9144000" y="6429353"/>
            <a:ext cx="2743200" cy="1827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fld id="{D0BE6F14-FF48-0F4F-A8AA-2E3F25371E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304800" y="6429353"/>
            <a:ext cx="8534400" cy="18271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99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</a:lstStyle>
          <a:p>
            <a:r>
              <a:rPr lang="de-DE" dirty="0"/>
              <a:t>IBM Cloud / © 2021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04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88" r:id="rId13"/>
    <p:sldLayoutId id="2147483889" r:id="rId14"/>
    <p:sldLayoutId id="2147483892" r:id="rId15"/>
    <p:sldLayoutId id="2147483893" r:id="rId16"/>
    <p:sldLayoutId id="2147483894" r:id="rId17"/>
    <p:sldLayoutId id="2147483895" r:id="rId18"/>
    <p:sldLayoutId id="2147483896" r:id="rId19"/>
  </p:sldLayoutIdLst>
  <p:transition spd="med"/>
  <p:hf hdr="0" dt="0"/>
  <p:txStyles>
    <p:titleStyle>
      <a:lvl1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97" b="1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634413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1268825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903238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2537651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5pPr>
      <a:lvl6pPr marL="3367265" marR="0" indent="-195203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6pPr>
      <a:lvl7pPr marL="4001678" marR="0" indent="-195202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7pPr>
      <a:lvl8pPr marL="4636090" marR="0" indent="-195202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8pPr>
      <a:lvl9pPr marL="5270503" marR="0" indent="-195202" algn="l" defTabSz="412369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599" b="0" i="0" u="none" strike="noStrike" cap="none" spc="0" baseline="0">
          <a:ln>
            <a:noFill/>
          </a:ln>
          <a:solidFill>
            <a:srgbClr val="1C3549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355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99" b="1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tif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tif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8">
            <a:extLst>
              <a:ext uri="{FF2B5EF4-FFF2-40B4-BE49-F238E27FC236}">
                <a16:creationId xmlns:a16="http://schemas.microsoft.com/office/drawing/2014/main" id="{B9C257DF-7E65-A645-AF39-B816E0F6AEFF}"/>
              </a:ext>
            </a:extLst>
          </p:cNvPr>
          <p:cNvSpPr/>
          <p:nvPr/>
        </p:nvSpPr>
        <p:spPr>
          <a:xfrm>
            <a:off x="9114499" y="568422"/>
            <a:ext cx="2946874" cy="604854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1200" b="1" dirty="0">
              <a:solidFill>
                <a:srgbClr val="646365"/>
              </a:solidFill>
              <a:latin typeface="IBM Plex Sans" panose="020B0503050203000203" pitchFamily="34" charset="77"/>
            </a:endParaRPr>
          </a:p>
        </p:txBody>
      </p:sp>
      <p:sp>
        <p:nvSpPr>
          <p:cNvPr id="53" name="Object 8">
            <a:extLst>
              <a:ext uri="{FF2B5EF4-FFF2-40B4-BE49-F238E27FC236}">
                <a16:creationId xmlns:a16="http://schemas.microsoft.com/office/drawing/2014/main" id="{57785E24-E884-EB42-A7D4-471776FFED84}"/>
              </a:ext>
            </a:extLst>
          </p:cNvPr>
          <p:cNvSpPr/>
          <p:nvPr/>
        </p:nvSpPr>
        <p:spPr>
          <a:xfrm>
            <a:off x="1511877" y="568422"/>
            <a:ext cx="6888085" cy="604854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700" b="1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IBM Cloud Account</a:t>
            </a:r>
          </a:p>
        </p:txBody>
      </p:sp>
      <p:sp>
        <p:nvSpPr>
          <p:cNvPr id="58" name="Object 8">
            <a:extLst>
              <a:ext uri="{FF2B5EF4-FFF2-40B4-BE49-F238E27FC236}">
                <a16:creationId xmlns:a16="http://schemas.microsoft.com/office/drawing/2014/main" id="{AF53106B-EE6F-4A48-8E08-7FD04956A24F}"/>
              </a:ext>
            </a:extLst>
          </p:cNvPr>
          <p:cNvSpPr/>
          <p:nvPr/>
        </p:nvSpPr>
        <p:spPr>
          <a:xfrm>
            <a:off x="1726216" y="1036945"/>
            <a:ext cx="6477615" cy="542763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800" b="1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Region</a:t>
            </a:r>
          </a:p>
        </p:txBody>
      </p:sp>
      <p:sp>
        <p:nvSpPr>
          <p:cNvPr id="62" name="Object 51">
            <a:extLst>
              <a:ext uri="{FF2B5EF4-FFF2-40B4-BE49-F238E27FC236}">
                <a16:creationId xmlns:a16="http://schemas.microsoft.com/office/drawing/2014/main" id="{BEDB0BB6-87B8-FE41-8795-DD8E44D3DA4E}"/>
              </a:ext>
            </a:extLst>
          </p:cNvPr>
          <p:cNvSpPr/>
          <p:nvPr/>
        </p:nvSpPr>
        <p:spPr>
          <a:xfrm>
            <a:off x="9269715" y="2755581"/>
            <a:ext cx="1431709" cy="2457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97" dirty="0" err="1">
                <a:solidFill>
                  <a:schemeClr val="accent5">
                    <a:lumMod val="50000"/>
                  </a:schemeClr>
                </a:solidFill>
                <a:latin typeface="IBM Plex Sans" panose="020B0503050203000203" pitchFamily="34" charset="77"/>
                <a:cs typeface="Helvetica" pitchFamily="34" charset="-120"/>
              </a:rPr>
              <a:t>oc</a:t>
            </a:r>
            <a:r>
              <a:rPr lang="en-US" sz="1597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 </a:t>
            </a:r>
            <a:r>
              <a:rPr lang="en-US" sz="1597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login</a:t>
            </a:r>
          </a:p>
        </p:txBody>
      </p:sp>
      <p:sp>
        <p:nvSpPr>
          <p:cNvPr id="75" name="Object 51">
            <a:extLst>
              <a:ext uri="{FF2B5EF4-FFF2-40B4-BE49-F238E27FC236}">
                <a16:creationId xmlns:a16="http://schemas.microsoft.com/office/drawing/2014/main" id="{CFD05704-85A5-E746-95E0-DC990916AEF8}"/>
              </a:ext>
            </a:extLst>
          </p:cNvPr>
          <p:cNvSpPr/>
          <p:nvPr/>
        </p:nvSpPr>
        <p:spPr>
          <a:xfrm>
            <a:off x="9358723" y="4741083"/>
            <a:ext cx="1431709" cy="2457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97" dirty="0" err="1">
                <a:solidFill>
                  <a:srgbClr val="3367E5"/>
                </a:solidFill>
                <a:latin typeface="IBM Plex Sans" panose="020B0503050203000203" pitchFamily="34" charset="77"/>
                <a:cs typeface="Helvetica" pitchFamily="34" charset="-120"/>
              </a:rPr>
              <a:t>virtctl</a:t>
            </a:r>
            <a:endParaRPr lang="en-US" sz="1597" dirty="0">
              <a:solidFill>
                <a:srgbClr val="3367E5"/>
              </a:solidFill>
              <a:latin typeface="IBM Plex Sans" panose="020B0503050203000203" pitchFamily="34" charset="77"/>
              <a:cs typeface="Helvetica" pitchFamily="34" charset="-120"/>
            </a:endParaRPr>
          </a:p>
        </p:txBody>
      </p:sp>
      <p:sp>
        <p:nvSpPr>
          <p:cNvPr id="80" name="Object 8">
            <a:extLst>
              <a:ext uri="{FF2B5EF4-FFF2-40B4-BE49-F238E27FC236}">
                <a16:creationId xmlns:a16="http://schemas.microsoft.com/office/drawing/2014/main" id="{727D4017-E908-BB4B-A7ED-FB449431AD49}"/>
              </a:ext>
            </a:extLst>
          </p:cNvPr>
          <p:cNvSpPr/>
          <p:nvPr/>
        </p:nvSpPr>
        <p:spPr>
          <a:xfrm>
            <a:off x="2050702" y="1507253"/>
            <a:ext cx="5986533" cy="478232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700" b="1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Resource Group (RG)</a:t>
            </a:r>
            <a:endParaRPr lang="en-US" sz="1200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</p:txBody>
      </p:sp>
      <p:sp>
        <p:nvSpPr>
          <p:cNvPr id="100" name="Object 6">
            <a:extLst>
              <a:ext uri="{FF2B5EF4-FFF2-40B4-BE49-F238E27FC236}">
                <a16:creationId xmlns:a16="http://schemas.microsoft.com/office/drawing/2014/main" id="{C4E789B3-948C-8843-8F6F-12D022B01101}"/>
              </a:ext>
            </a:extLst>
          </p:cNvPr>
          <p:cNvSpPr/>
          <p:nvPr/>
        </p:nvSpPr>
        <p:spPr>
          <a:xfrm flipH="1" flipV="1">
            <a:off x="7830491" y="2562321"/>
            <a:ext cx="2743768" cy="1107075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  <p:txBody>
          <a:bodyPr/>
          <a:lstStyle/>
          <a:p>
            <a:endParaRPr lang="en-FR"/>
          </a:p>
        </p:txBody>
      </p:sp>
      <p:sp>
        <p:nvSpPr>
          <p:cNvPr id="54" name="Shape 672">
            <a:extLst>
              <a:ext uri="{FF2B5EF4-FFF2-40B4-BE49-F238E27FC236}">
                <a16:creationId xmlns:a16="http://schemas.microsoft.com/office/drawing/2014/main" id="{67C33FC2-CDEA-6942-9293-AC032FFC398C}"/>
              </a:ext>
            </a:extLst>
          </p:cNvPr>
          <p:cNvSpPr txBox="1">
            <a:spLocks/>
          </p:cNvSpPr>
          <p:nvPr/>
        </p:nvSpPr>
        <p:spPr>
          <a:xfrm>
            <a:off x="9114499" y="824296"/>
            <a:ext cx="1181021" cy="279096"/>
          </a:xfrm>
          <a:prstGeom prst="rect">
            <a:avLst/>
          </a:prstGeom>
        </p:spPr>
        <p:txBody>
          <a:bodyPr/>
          <a:lstStyle>
            <a:lvl1pPr marL="0" marR="0" indent="0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634413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1268825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1903238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2537651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3367265" marR="0" indent="-195203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001678" marR="0" indent="-195202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636090" marR="0" indent="-195202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5270503" marR="0" indent="-195202" algn="l" defTabSz="412369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599" b="0" i="0" u="none" strike="noStrike" cap="none" spc="0" baseline="0">
                <a:ln>
                  <a:noFill/>
                </a:ln>
                <a:solidFill>
                  <a:srgbClr val="1C3549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ea typeface="+mj-ea"/>
                <a:sym typeface="Calibri"/>
              </a:rPr>
              <a:t>Developer Terminal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A0508CCC-4F28-4943-92B1-98446E1A48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90194" y="5752917"/>
            <a:ext cx="924795" cy="711659"/>
          </a:xfrm>
          <a:prstGeom prst="rect">
            <a:avLst/>
          </a:prstGeom>
        </p:spPr>
      </p:pic>
      <p:sp>
        <p:nvSpPr>
          <p:cNvPr id="24" name="Object 8">
            <a:extLst>
              <a:ext uri="{FF2B5EF4-FFF2-40B4-BE49-F238E27FC236}">
                <a16:creationId xmlns:a16="http://schemas.microsoft.com/office/drawing/2014/main" id="{128D024A-4454-F57C-BB11-B7AB12F1F92A}"/>
              </a:ext>
            </a:extLst>
          </p:cNvPr>
          <p:cNvSpPr/>
          <p:nvPr/>
        </p:nvSpPr>
        <p:spPr>
          <a:xfrm>
            <a:off x="3372190" y="1944957"/>
            <a:ext cx="4458303" cy="4206154"/>
          </a:xfrm>
          <a:prstGeom prst="roundRect">
            <a:avLst>
              <a:gd name="adj" fmla="val 0"/>
            </a:avLst>
          </a:prstGeom>
          <a:solidFill>
            <a:schemeClr val="accent4">
              <a:lumMod val="25000"/>
              <a:lumOff val="75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1200" b="1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	ROVS</a:t>
            </a: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	Red Hat OpenShift Virtualization Service</a:t>
            </a:r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1946187C-976E-060C-29FE-117D7543AD48}"/>
              </a:ext>
            </a:extLst>
          </p:cNvPr>
          <p:cNvSpPr/>
          <p:nvPr/>
        </p:nvSpPr>
        <p:spPr>
          <a:xfrm>
            <a:off x="3767518" y="3791957"/>
            <a:ext cx="3052230" cy="424309"/>
          </a:xfrm>
          <a:prstGeom prst="roundRect">
            <a:avLst>
              <a:gd name="adj" fmla="val 0"/>
            </a:avLst>
          </a:prstGeom>
          <a:solidFill>
            <a:schemeClr val="accent4">
              <a:lumMod val="10000"/>
              <a:lumOff val="9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ctr"/>
          <a:lstStyle/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Service</a:t>
            </a: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3C7C11D-46FC-817F-7A03-75D7A31F61CD}"/>
              </a:ext>
            </a:extLst>
          </p:cNvPr>
          <p:cNvSpPr/>
          <p:nvPr/>
        </p:nvSpPr>
        <p:spPr>
          <a:xfrm>
            <a:off x="3767518" y="4394221"/>
            <a:ext cx="3052230" cy="1426834"/>
          </a:xfrm>
          <a:prstGeom prst="roundRect">
            <a:avLst>
              <a:gd name="adj" fmla="val 0"/>
            </a:avLst>
          </a:prstGeom>
          <a:solidFill>
            <a:schemeClr val="accent4">
              <a:lumMod val="10000"/>
              <a:lumOff val="9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endParaRPr lang="en-US" sz="400" b="1" dirty="0">
              <a:solidFill>
                <a:srgbClr val="646365"/>
              </a:solidFill>
              <a:latin typeface="IBM Plex Sans" panose="020B0503050203000203" pitchFamily="34" charset="77"/>
              <a:cs typeface="Helvetica" pitchFamily="34" charset="-120"/>
            </a:endParaRPr>
          </a:p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Virtual Machine</a:t>
            </a:r>
          </a:p>
        </p:txBody>
      </p:sp>
      <p:sp>
        <p:nvSpPr>
          <p:cNvPr id="30" name="Object 8">
            <a:extLst>
              <a:ext uri="{FF2B5EF4-FFF2-40B4-BE49-F238E27FC236}">
                <a16:creationId xmlns:a16="http://schemas.microsoft.com/office/drawing/2014/main" id="{6F3D024A-99BF-82E0-B9D3-872C74B4D2CE}"/>
              </a:ext>
            </a:extLst>
          </p:cNvPr>
          <p:cNvSpPr/>
          <p:nvPr/>
        </p:nvSpPr>
        <p:spPr>
          <a:xfrm>
            <a:off x="4096192" y="4772163"/>
            <a:ext cx="2472468" cy="9113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rgbClr val="646365"/>
            </a:solidFill>
          </a:ln>
        </p:spPr>
        <p:txBody>
          <a:bodyPr wrap="square" lIns="121694" tIns="0" rtlCol="0" anchor="t"/>
          <a:lstStyle/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</a:rPr>
              <a:t>Server</a:t>
            </a:r>
          </a:p>
        </p:txBody>
      </p:sp>
      <p:sp>
        <p:nvSpPr>
          <p:cNvPr id="32" name="Object 8">
            <a:extLst>
              <a:ext uri="{FF2B5EF4-FFF2-40B4-BE49-F238E27FC236}">
                <a16:creationId xmlns:a16="http://schemas.microsoft.com/office/drawing/2014/main" id="{A5419C6B-772A-8F4F-B053-01D3AA52274C}"/>
              </a:ext>
            </a:extLst>
          </p:cNvPr>
          <p:cNvSpPr/>
          <p:nvPr/>
        </p:nvSpPr>
        <p:spPr>
          <a:xfrm>
            <a:off x="3767518" y="3161282"/>
            <a:ext cx="3052230" cy="424309"/>
          </a:xfrm>
          <a:prstGeom prst="roundRect">
            <a:avLst>
              <a:gd name="adj" fmla="val 0"/>
            </a:avLst>
          </a:prstGeom>
          <a:solidFill>
            <a:schemeClr val="accent4">
              <a:lumMod val="10000"/>
              <a:lumOff val="9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ctr"/>
          <a:lstStyle/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Route</a:t>
            </a:r>
          </a:p>
        </p:txBody>
      </p:sp>
      <p:sp>
        <p:nvSpPr>
          <p:cNvPr id="33" name="Object 6">
            <a:extLst>
              <a:ext uri="{FF2B5EF4-FFF2-40B4-BE49-F238E27FC236}">
                <a16:creationId xmlns:a16="http://schemas.microsoft.com/office/drawing/2014/main" id="{0AC6BC77-807F-79CB-DBE5-DA4CFE712C2E}"/>
              </a:ext>
            </a:extLst>
          </p:cNvPr>
          <p:cNvSpPr/>
          <p:nvPr/>
        </p:nvSpPr>
        <p:spPr>
          <a:xfrm>
            <a:off x="1112174" y="3391195"/>
            <a:ext cx="2652080" cy="0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  <p:txBody>
          <a:bodyPr/>
          <a:lstStyle/>
          <a:p>
            <a:endParaRPr lang="en-FR"/>
          </a:p>
        </p:txBody>
      </p:sp>
      <p:sp>
        <p:nvSpPr>
          <p:cNvPr id="34" name="Object 8">
            <a:extLst>
              <a:ext uri="{FF2B5EF4-FFF2-40B4-BE49-F238E27FC236}">
                <a16:creationId xmlns:a16="http://schemas.microsoft.com/office/drawing/2014/main" id="{EFFCA215-3C97-B99B-2E46-8BB7F6C5405C}"/>
              </a:ext>
            </a:extLst>
          </p:cNvPr>
          <p:cNvSpPr/>
          <p:nvPr/>
        </p:nvSpPr>
        <p:spPr>
          <a:xfrm>
            <a:off x="2295523" y="3070847"/>
            <a:ext cx="880536" cy="630676"/>
          </a:xfrm>
          <a:prstGeom prst="roundRect">
            <a:avLst>
              <a:gd name="adj" fmla="val 0"/>
            </a:avLst>
          </a:prstGeom>
          <a:solidFill>
            <a:schemeClr val="accent4">
              <a:lumMod val="10000"/>
              <a:lumOff val="90000"/>
            </a:schemeClr>
          </a:solidFill>
          <a:ln w="12700">
            <a:solidFill>
              <a:srgbClr val="646365"/>
            </a:solidFill>
          </a:ln>
        </p:spPr>
        <p:txBody>
          <a:bodyPr wrap="square" lIns="121694" tIns="0" rtlCol="0" anchor="ctr"/>
          <a:lstStyle/>
          <a:p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  <a:cs typeface="Helvetica" pitchFamily="34" charset="-120"/>
              </a:rPr>
              <a:t>VPC Load Balancer</a:t>
            </a:r>
          </a:p>
        </p:txBody>
      </p:sp>
      <p:sp>
        <p:nvSpPr>
          <p:cNvPr id="35" name="Object 8">
            <a:extLst>
              <a:ext uri="{FF2B5EF4-FFF2-40B4-BE49-F238E27FC236}">
                <a16:creationId xmlns:a16="http://schemas.microsoft.com/office/drawing/2014/main" id="{B1BE67BC-D97D-F0E0-5D48-CC4350C93C9E}"/>
              </a:ext>
            </a:extLst>
          </p:cNvPr>
          <p:cNvSpPr/>
          <p:nvPr/>
        </p:nvSpPr>
        <p:spPr>
          <a:xfrm>
            <a:off x="3592557" y="2903975"/>
            <a:ext cx="3906310" cy="3064746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646365"/>
            </a:solidFill>
            <a:prstDash val="dash"/>
          </a:ln>
        </p:spPr>
        <p:txBody>
          <a:bodyPr wrap="square" lIns="121694" tIns="0" rtlCol="0" anchor="t"/>
          <a:lstStyle/>
          <a:p>
            <a:pPr algn="r"/>
            <a:r>
              <a:rPr lang="en-US" sz="1200" dirty="0">
                <a:solidFill>
                  <a:srgbClr val="646365"/>
                </a:solidFill>
                <a:latin typeface="IBM Plex Sans" panose="020B0503050203000203" pitchFamily="34" charset="77"/>
              </a:rPr>
              <a:t>Project</a:t>
            </a:r>
          </a:p>
        </p:txBody>
      </p:sp>
      <p:pic>
        <p:nvPicPr>
          <p:cNvPr id="36" name="Picture 2" descr="Chrome Browser New Icon transparent PNG - StickPNG">
            <a:extLst>
              <a:ext uri="{FF2B5EF4-FFF2-40B4-BE49-F238E27FC236}">
                <a16:creationId xmlns:a16="http://schemas.microsoft.com/office/drawing/2014/main" id="{C3A83B6F-B792-DC86-BD1C-C42C65F1C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13" y="2979192"/>
            <a:ext cx="824005" cy="82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8">
            <a:extLst>
              <a:ext uri="{FF2B5EF4-FFF2-40B4-BE49-F238E27FC236}">
                <a16:creationId xmlns:a16="http://schemas.microsoft.com/office/drawing/2014/main" id="{C0843F21-E3B5-3A24-23FA-DEEFE79781AF}"/>
              </a:ext>
            </a:extLst>
          </p:cNvPr>
          <p:cNvSpPr/>
          <p:nvPr/>
        </p:nvSpPr>
        <p:spPr>
          <a:xfrm>
            <a:off x="166013" y="3913110"/>
            <a:ext cx="824006" cy="377085"/>
          </a:xfrm>
          <a:prstGeom prst="roundRect">
            <a:avLst>
              <a:gd name="adj" fmla="val 0"/>
            </a:avLst>
          </a:prstGeom>
          <a:noFill/>
          <a:ln w="12700">
            <a:noFill/>
            <a:prstDash val="dash"/>
          </a:ln>
        </p:spPr>
        <p:txBody>
          <a:bodyPr wrap="square" lIns="121694" tIns="0" rtlCol="0" anchor="t"/>
          <a:lstStyle/>
          <a:p>
            <a:pPr algn="r"/>
            <a:r>
              <a:rPr lang="en-US" sz="1200" b="1" dirty="0">
                <a:solidFill>
                  <a:srgbClr val="646365"/>
                </a:solidFill>
                <a:latin typeface="IBM Plex Sans" panose="020B0503050203000203" pitchFamily="34" charset="77"/>
              </a:rPr>
              <a:t>Internet</a:t>
            </a:r>
          </a:p>
        </p:txBody>
      </p:sp>
      <p:pic>
        <p:nvPicPr>
          <p:cNvPr id="39" name="Picture 38" descr="Download nginx Logo in SVG Vector or PNG File Format - Logo.wine">
            <a:extLst>
              <a:ext uri="{FF2B5EF4-FFF2-40B4-BE49-F238E27FC236}">
                <a16:creationId xmlns:a16="http://schemas.microsoft.com/office/drawing/2014/main" id="{C6E43403-5208-9DA1-E255-80BDF77E69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219" t="34767" r="9853" b="36045"/>
          <a:stretch>
            <a:fillRect/>
          </a:stretch>
        </p:blipFill>
        <p:spPr>
          <a:xfrm>
            <a:off x="4313081" y="5021088"/>
            <a:ext cx="1961104" cy="47743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2FA2A54-02A7-DD69-37F5-811FAAF43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0615" y="1967154"/>
            <a:ext cx="756475" cy="808167"/>
          </a:xfrm>
          <a:prstGeom prst="rect">
            <a:avLst/>
          </a:prstGeom>
        </p:spPr>
      </p:pic>
      <p:sp>
        <p:nvSpPr>
          <p:cNvPr id="101" name="Object 6">
            <a:extLst>
              <a:ext uri="{FF2B5EF4-FFF2-40B4-BE49-F238E27FC236}">
                <a16:creationId xmlns:a16="http://schemas.microsoft.com/office/drawing/2014/main" id="{76E3C129-6A2B-BF4A-9E97-1CE964FDDC05}"/>
              </a:ext>
            </a:extLst>
          </p:cNvPr>
          <p:cNvSpPr/>
          <p:nvPr/>
        </p:nvSpPr>
        <p:spPr>
          <a:xfrm flipH="1">
            <a:off x="6819747" y="4394222"/>
            <a:ext cx="3384781" cy="734104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  <p:txBody>
          <a:bodyPr/>
          <a:lstStyle/>
          <a:p>
            <a:endParaRPr lang="en-F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2C81CE4-7F22-8408-4B4C-2EF7064BB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2375" y="3071350"/>
            <a:ext cx="2791554" cy="1712465"/>
          </a:xfrm>
          <a:prstGeom prst="rect">
            <a:avLst/>
          </a:prstGeom>
        </p:spPr>
      </p:pic>
      <p:pic>
        <p:nvPicPr>
          <p:cNvPr id="48" name="Picture 47" descr="Yaml - Icônes ui gratuites">
            <a:extLst>
              <a:ext uri="{FF2B5EF4-FFF2-40B4-BE49-F238E27FC236}">
                <a16:creationId xmlns:a16="http://schemas.microsoft.com/office/drawing/2014/main" id="{25E7892B-8334-FCE2-98DF-62BB4A2940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7527" y="1046437"/>
            <a:ext cx="1305060" cy="1305060"/>
          </a:xfrm>
          <a:prstGeom prst="rect">
            <a:avLst/>
          </a:prstGeom>
        </p:spPr>
      </p:pic>
      <p:sp>
        <p:nvSpPr>
          <p:cNvPr id="49" name="Object 6">
            <a:extLst>
              <a:ext uri="{FF2B5EF4-FFF2-40B4-BE49-F238E27FC236}">
                <a16:creationId xmlns:a16="http://schemas.microsoft.com/office/drawing/2014/main" id="{44B8E1C2-FFCF-E869-EB06-6D3BE050BD52}"/>
              </a:ext>
            </a:extLst>
          </p:cNvPr>
          <p:cNvSpPr/>
          <p:nvPr/>
        </p:nvSpPr>
        <p:spPr>
          <a:xfrm flipH="1">
            <a:off x="10701423" y="2346523"/>
            <a:ext cx="301521" cy="814759"/>
          </a:xfrm>
          <a:prstGeom prst="line">
            <a:avLst/>
          </a:prstGeom>
          <a:noFill/>
          <a:ln w="12700">
            <a:solidFill>
              <a:srgbClr val="646365"/>
            </a:solidFill>
            <a:prstDash val="solid"/>
            <a:tailEnd type="arrow"/>
          </a:ln>
        </p:spPr>
        <p:txBody>
          <a:bodyPr/>
          <a:lstStyle/>
          <a:p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8772440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8" grpId="0" animBg="1"/>
      <p:bldP spid="62" grpId="0"/>
      <p:bldP spid="75" grpId="0"/>
      <p:bldP spid="80" grpId="0" animBg="1"/>
    </p:bldLst>
  </p:timing>
</p:sld>
</file>

<file path=ppt/theme/theme1.xml><?xml version="1.0" encoding="utf-8"?>
<a:theme xmlns:a="http://schemas.openxmlformats.org/drawingml/2006/main" name="1_IBM Cloud 2017">
  <a:themeElements>
    <a:clrScheme name="IBM Cloud 2017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8AEAE"/>
      </a:accent1>
      <a:accent2>
        <a:srgbClr val="E4E1E4"/>
      </a:accent2>
      <a:accent3>
        <a:srgbClr val="F05253"/>
      </a:accent3>
      <a:accent4>
        <a:srgbClr val="1C3649"/>
      </a:accent4>
      <a:accent5>
        <a:srgbClr val="5498D5"/>
      </a:accent5>
      <a:accent6>
        <a:srgbClr val="AC72E6"/>
      </a:accent6>
      <a:hlink>
        <a:srgbClr val="1F92F4"/>
      </a:hlink>
      <a:folHlink>
        <a:srgbClr val="FF00FF"/>
      </a:folHlink>
    </a:clrScheme>
    <a:fontScheme name="IBM Cloud 2017">
      <a:majorFont>
        <a:latin typeface="Calibri"/>
        <a:ea typeface="Calibri"/>
        <a:cs typeface="Calibri"/>
      </a:majorFont>
      <a:minorFont>
        <a:latin typeface="Arial"/>
        <a:ea typeface="Arial"/>
        <a:cs typeface="Arial"/>
      </a:minorFont>
    </a:fontScheme>
    <a:fmtScheme name="IBM Cloud 201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76755</TotalTime>
  <Words>32</Words>
  <Application>Microsoft Macintosh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 Regular</vt:lpstr>
      <vt:lpstr>Calibri</vt:lpstr>
      <vt:lpstr>Helvetica</vt:lpstr>
      <vt:lpstr>IBM Plex Sans</vt:lpstr>
      <vt:lpstr>Overpass Light</vt:lpstr>
      <vt:lpstr>Overpass SemiBold</vt:lpstr>
      <vt:lpstr>Red Hat Display</vt:lpstr>
      <vt:lpstr>1_IBM Cloud 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Start Template</dc:title>
  <dc:creator>ccbranham</dc:creator>
  <cp:lastModifiedBy>Lionel Mace</cp:lastModifiedBy>
  <cp:revision>890</cp:revision>
  <cp:lastPrinted>2017-04-10T10:56:56Z</cp:lastPrinted>
  <dcterms:modified xsi:type="dcterms:W3CDTF">2026-07-17T15:25:59Z</dcterms:modified>
</cp:coreProperties>
</file>